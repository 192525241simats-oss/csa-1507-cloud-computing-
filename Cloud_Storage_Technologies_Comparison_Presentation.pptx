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8F3B89-F437-4926-8DAA-B55A2E685E66}" v="25" dt="2026-07-14T04:32:23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mi Sujit" userId="86589e15bd54cc0e" providerId="LiveId" clId="{E62D69CB-053E-49BD-9A29-892168B46F8E}"/>
    <pc:docChg chg="undo redo custSel addSld modSld">
      <pc:chgData name="Swami Sujit" userId="86589e15bd54cc0e" providerId="LiveId" clId="{E62D69CB-053E-49BD-9A29-892168B46F8E}" dt="2026-07-14T04:38:07.563" v="629" actId="1076"/>
      <pc:docMkLst>
        <pc:docMk/>
      </pc:docMkLst>
      <pc:sldChg chg="addSp delSp modSp mod">
        <pc:chgData name="Swami Sujit" userId="86589e15bd54cc0e" providerId="LiveId" clId="{E62D69CB-053E-49BD-9A29-892168B46F8E}" dt="2026-07-14T04:32:23.296" v="408" actId="14100"/>
        <pc:sldMkLst>
          <pc:docMk/>
          <pc:sldMk cId="0" sldId="256"/>
        </pc:sldMkLst>
        <pc:spChg chg="mod">
          <ac:chgData name="Swami Sujit" userId="86589e15bd54cc0e" providerId="LiveId" clId="{E62D69CB-053E-49BD-9A29-892168B46F8E}" dt="2026-07-14T04:25:47.422" v="315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0:55.041" v="402" actId="2710"/>
          <ac:spMkLst>
            <pc:docMk/>
            <pc:sldMk cId="0" sldId="256"/>
            <ac:spMk id="3" creationId="{00000000-0000-0000-0000-000000000000}"/>
          </ac:spMkLst>
        </pc:spChg>
        <pc:graphicFrameChg chg="add del mod">
          <ac:chgData name="Swami Sujit" userId="86589e15bd54cc0e" providerId="LiveId" clId="{E62D69CB-053E-49BD-9A29-892168B46F8E}" dt="2026-07-14T04:26:55.368" v="318" actId="478"/>
          <ac:graphicFrameMkLst>
            <pc:docMk/>
            <pc:sldMk cId="0" sldId="256"/>
            <ac:graphicFrameMk id="4" creationId="{133FEF8D-4A35-20EC-03E6-284491DE3246}"/>
          </ac:graphicFrameMkLst>
        </pc:graphicFrameChg>
        <pc:picChg chg="add mod">
          <ac:chgData name="Swami Sujit" userId="86589e15bd54cc0e" providerId="LiveId" clId="{E62D69CB-053E-49BD-9A29-892168B46F8E}" dt="2026-07-14T04:32:23.296" v="408" actId="14100"/>
          <ac:picMkLst>
            <pc:docMk/>
            <pc:sldMk cId="0" sldId="256"/>
            <ac:picMk id="6" creationId="{9FD34A65-E081-37D1-1848-113345163593}"/>
          </ac:picMkLst>
        </pc:picChg>
      </pc:sldChg>
      <pc:sldChg chg="addSp delSp modSp mod">
        <pc:chgData name="Swami Sujit" userId="86589e15bd54cc0e" providerId="LiveId" clId="{E62D69CB-053E-49BD-9A29-892168B46F8E}" dt="2026-07-14T04:33:42.462" v="465" actId="1076"/>
        <pc:sldMkLst>
          <pc:docMk/>
          <pc:sldMk cId="0" sldId="257"/>
        </pc:sldMkLst>
        <pc:spChg chg="mod">
          <ac:chgData name="Swami Sujit" userId="86589e15bd54cc0e" providerId="LiveId" clId="{E62D69CB-053E-49BD-9A29-892168B46F8E}" dt="2026-07-14T04:32:34.208" v="432" actId="10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1:36.395" v="405"/>
          <ac:spMkLst>
            <pc:docMk/>
            <pc:sldMk cId="0" sldId="257"/>
            <ac:spMk id="3" creationId="{00000000-0000-0000-0000-000000000000}"/>
          </ac:spMkLst>
        </pc:spChg>
        <pc:picChg chg="add del">
          <ac:chgData name="Swami Sujit" userId="86589e15bd54cc0e" providerId="LiveId" clId="{E62D69CB-053E-49BD-9A29-892168B46F8E}" dt="2026-07-14T04:33:22.691" v="461" actId="22"/>
          <ac:picMkLst>
            <pc:docMk/>
            <pc:sldMk cId="0" sldId="257"/>
            <ac:picMk id="5" creationId="{105C4F78-7DD6-4E19-1C68-B64586601BBB}"/>
          </ac:picMkLst>
        </pc:picChg>
        <pc:picChg chg="add del">
          <ac:chgData name="Swami Sujit" userId="86589e15bd54cc0e" providerId="LiveId" clId="{E62D69CB-053E-49BD-9A29-892168B46F8E}" dt="2026-07-14T04:33:20.716" v="459" actId="22"/>
          <ac:picMkLst>
            <pc:docMk/>
            <pc:sldMk cId="0" sldId="257"/>
            <ac:picMk id="7" creationId="{A93F32C2-2A17-C71B-E1F9-C015D950F4B1}"/>
          </ac:picMkLst>
        </pc:picChg>
        <pc:picChg chg="add del">
          <ac:chgData name="Swami Sujit" userId="86589e15bd54cc0e" providerId="LiveId" clId="{E62D69CB-053E-49BD-9A29-892168B46F8E}" dt="2026-07-14T04:33:20.527" v="458" actId="22"/>
          <ac:picMkLst>
            <pc:docMk/>
            <pc:sldMk cId="0" sldId="257"/>
            <ac:picMk id="9" creationId="{F9A6ACD4-2D4C-225B-F79B-FA23886504F4}"/>
          </ac:picMkLst>
        </pc:picChg>
        <pc:picChg chg="add del">
          <ac:chgData name="Swami Sujit" userId="86589e15bd54cc0e" providerId="LiveId" clId="{E62D69CB-053E-49BD-9A29-892168B46F8E}" dt="2026-07-14T04:33:20.343" v="457" actId="22"/>
          <ac:picMkLst>
            <pc:docMk/>
            <pc:sldMk cId="0" sldId="257"/>
            <ac:picMk id="11" creationId="{67714373-18A0-F2F5-D18D-A485A8F008F3}"/>
          </ac:picMkLst>
        </pc:picChg>
        <pc:picChg chg="add del">
          <ac:chgData name="Swami Sujit" userId="86589e15bd54cc0e" providerId="LiveId" clId="{E62D69CB-053E-49BD-9A29-892168B46F8E}" dt="2026-07-14T04:33:20.169" v="456" actId="22"/>
          <ac:picMkLst>
            <pc:docMk/>
            <pc:sldMk cId="0" sldId="257"/>
            <ac:picMk id="13" creationId="{7E4814D6-5F37-F077-40DC-A57161C14AEA}"/>
          </ac:picMkLst>
        </pc:picChg>
        <pc:picChg chg="add del">
          <ac:chgData name="Swami Sujit" userId="86589e15bd54cc0e" providerId="LiveId" clId="{E62D69CB-053E-49BD-9A29-892168B46F8E}" dt="2026-07-14T04:33:19.992" v="455" actId="22"/>
          <ac:picMkLst>
            <pc:docMk/>
            <pc:sldMk cId="0" sldId="257"/>
            <ac:picMk id="15" creationId="{3EBC4361-F0AF-D0B1-21DB-28F79ECEBF73}"/>
          </ac:picMkLst>
        </pc:picChg>
        <pc:picChg chg="add del">
          <ac:chgData name="Swami Sujit" userId="86589e15bd54cc0e" providerId="LiveId" clId="{E62D69CB-053E-49BD-9A29-892168B46F8E}" dt="2026-07-14T04:33:19.824" v="454" actId="22"/>
          <ac:picMkLst>
            <pc:docMk/>
            <pc:sldMk cId="0" sldId="257"/>
            <ac:picMk id="17" creationId="{A7E4AA3A-11DD-FC62-0C39-8A3DAEA25DB9}"/>
          </ac:picMkLst>
        </pc:picChg>
        <pc:picChg chg="add del">
          <ac:chgData name="Swami Sujit" userId="86589e15bd54cc0e" providerId="LiveId" clId="{E62D69CB-053E-49BD-9A29-892168B46F8E}" dt="2026-07-14T04:33:19.625" v="453" actId="22"/>
          <ac:picMkLst>
            <pc:docMk/>
            <pc:sldMk cId="0" sldId="257"/>
            <ac:picMk id="19" creationId="{13069C8B-FCAF-0342-3FA8-342AEAE8E0D6}"/>
          </ac:picMkLst>
        </pc:picChg>
        <pc:picChg chg="add del">
          <ac:chgData name="Swami Sujit" userId="86589e15bd54cc0e" providerId="LiveId" clId="{E62D69CB-053E-49BD-9A29-892168B46F8E}" dt="2026-07-14T04:33:19.411" v="452" actId="22"/>
          <ac:picMkLst>
            <pc:docMk/>
            <pc:sldMk cId="0" sldId="257"/>
            <ac:picMk id="21" creationId="{02AB228C-E101-53FE-753D-8A761547D569}"/>
          </ac:picMkLst>
        </pc:picChg>
        <pc:picChg chg="add del">
          <ac:chgData name="Swami Sujit" userId="86589e15bd54cc0e" providerId="LiveId" clId="{E62D69CB-053E-49BD-9A29-892168B46F8E}" dt="2026-07-14T04:33:19.189" v="451" actId="22"/>
          <ac:picMkLst>
            <pc:docMk/>
            <pc:sldMk cId="0" sldId="257"/>
            <ac:picMk id="23" creationId="{CEFB2C95-939B-2C29-8F43-C70E884DC263}"/>
          </ac:picMkLst>
        </pc:picChg>
        <pc:picChg chg="add del mod">
          <ac:chgData name="Swami Sujit" userId="86589e15bd54cc0e" providerId="LiveId" clId="{E62D69CB-053E-49BD-9A29-892168B46F8E}" dt="2026-07-14T04:33:19.048" v="450" actId="22"/>
          <ac:picMkLst>
            <pc:docMk/>
            <pc:sldMk cId="0" sldId="257"/>
            <ac:picMk id="25" creationId="{3D86C4F2-5EFC-0904-3EF9-C8C153AF850F}"/>
          </ac:picMkLst>
        </pc:picChg>
        <pc:picChg chg="add del mod">
          <ac:chgData name="Swami Sujit" userId="86589e15bd54cc0e" providerId="LiveId" clId="{E62D69CB-053E-49BD-9A29-892168B46F8E}" dt="2026-07-14T04:33:19.048" v="450" actId="22"/>
          <ac:picMkLst>
            <pc:docMk/>
            <pc:sldMk cId="0" sldId="257"/>
            <ac:picMk id="27" creationId="{E0ABFDA3-C399-1431-2BF8-C216D88399E5}"/>
          </ac:picMkLst>
        </pc:picChg>
        <pc:picChg chg="add mod">
          <ac:chgData name="Swami Sujit" userId="86589e15bd54cc0e" providerId="LiveId" clId="{E62D69CB-053E-49BD-9A29-892168B46F8E}" dt="2026-07-14T04:33:42.462" v="465" actId="1076"/>
          <ac:picMkLst>
            <pc:docMk/>
            <pc:sldMk cId="0" sldId="257"/>
            <ac:picMk id="29" creationId="{FDE18FCD-63C4-383C-7E03-34A6A91C2BA0}"/>
          </ac:picMkLst>
        </pc:picChg>
        <pc:picChg chg="add del mod">
          <ac:chgData name="Swami Sujit" userId="86589e15bd54cc0e" providerId="LiveId" clId="{E62D69CB-053E-49BD-9A29-892168B46F8E}" dt="2026-07-14T04:33:38.055" v="464" actId="478"/>
          <ac:picMkLst>
            <pc:docMk/>
            <pc:sldMk cId="0" sldId="257"/>
            <ac:picMk id="31" creationId="{0AD83C61-8E10-4F1E-58D2-8E253A844366}"/>
          </ac:picMkLst>
        </pc:picChg>
      </pc:sldChg>
      <pc:sldChg chg="addSp modSp mod">
        <pc:chgData name="Swami Sujit" userId="86589e15bd54cc0e" providerId="LiveId" clId="{E62D69CB-053E-49BD-9A29-892168B46F8E}" dt="2026-07-14T04:34:14.732" v="492" actId="1035"/>
        <pc:sldMkLst>
          <pc:docMk/>
          <pc:sldMk cId="0" sldId="258"/>
        </pc:sldMkLst>
        <pc:spChg chg="mod">
          <ac:chgData name="Swami Sujit" userId="86589e15bd54cc0e" providerId="LiveId" clId="{E62D69CB-053E-49BD-9A29-892168B46F8E}" dt="2026-07-14T04:33:57.038" v="468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1:36.395" v="405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Swami Sujit" userId="86589e15bd54cc0e" providerId="LiveId" clId="{E62D69CB-053E-49BD-9A29-892168B46F8E}" dt="2026-07-14T04:34:14.732" v="492" actId="1035"/>
          <ac:picMkLst>
            <pc:docMk/>
            <pc:sldMk cId="0" sldId="258"/>
            <ac:picMk id="5" creationId="{F7E83B80-0465-A874-9A31-F852E6B0CED3}"/>
          </ac:picMkLst>
        </pc:picChg>
        <pc:picChg chg="add mod">
          <ac:chgData name="Swami Sujit" userId="86589e15bd54cc0e" providerId="LiveId" clId="{E62D69CB-053E-49BD-9A29-892168B46F8E}" dt="2026-07-14T04:33:51.796" v="467" actId="1076"/>
          <ac:picMkLst>
            <pc:docMk/>
            <pc:sldMk cId="0" sldId="258"/>
            <ac:picMk id="7" creationId="{1F5F4794-F5DF-198D-A8B3-C6FCA94A7096}"/>
          </ac:picMkLst>
        </pc:picChg>
      </pc:sldChg>
      <pc:sldChg chg="addSp modSp mod">
        <pc:chgData name="Swami Sujit" userId="86589e15bd54cc0e" providerId="LiveId" clId="{E62D69CB-053E-49BD-9A29-892168B46F8E}" dt="2026-07-14T04:35:06.453" v="594" actId="1076"/>
        <pc:sldMkLst>
          <pc:docMk/>
          <pc:sldMk cId="0" sldId="259"/>
        </pc:sldMkLst>
        <pc:spChg chg="mod">
          <ac:chgData name="Swami Sujit" userId="86589e15bd54cc0e" providerId="LiveId" clId="{E62D69CB-053E-49BD-9A29-892168B46F8E}" dt="2026-07-14T04:34:53.178" v="591" actId="10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4:40.134" v="557" actId="1035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Swami Sujit" userId="86589e15bd54cc0e" providerId="LiveId" clId="{E62D69CB-053E-49BD-9A29-892168B46F8E}" dt="2026-07-14T04:35:06.453" v="594" actId="1076"/>
          <ac:picMkLst>
            <pc:docMk/>
            <pc:sldMk cId="0" sldId="259"/>
            <ac:picMk id="5" creationId="{B01ED907-7AE0-E0E6-694F-9CDD41AF58B6}"/>
          </ac:picMkLst>
        </pc:picChg>
        <pc:picChg chg="add mod">
          <ac:chgData name="Swami Sujit" userId="86589e15bd54cc0e" providerId="LiveId" clId="{E62D69CB-053E-49BD-9A29-892168B46F8E}" dt="2026-07-14T04:35:01.194" v="593" actId="1076"/>
          <ac:picMkLst>
            <pc:docMk/>
            <pc:sldMk cId="0" sldId="259"/>
            <ac:picMk id="7" creationId="{EA3343F5-D922-4078-A1EE-4E93C2E6CF93}"/>
          </ac:picMkLst>
        </pc:picChg>
      </pc:sldChg>
      <pc:sldChg chg="addSp modSp mod">
        <pc:chgData name="Swami Sujit" userId="86589e15bd54cc0e" providerId="LiveId" clId="{E62D69CB-053E-49BD-9A29-892168B46F8E}" dt="2026-07-14T04:35:33.820" v="599" actId="1076"/>
        <pc:sldMkLst>
          <pc:docMk/>
          <pc:sldMk cId="0" sldId="260"/>
        </pc:sldMkLst>
        <pc:spChg chg="mod">
          <ac:chgData name="Swami Sujit" userId="86589e15bd54cc0e" providerId="LiveId" clId="{E62D69CB-053E-49BD-9A29-892168B46F8E}" dt="2026-07-14T04:35:16.702" v="59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5:21.123" v="596" actId="1076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Swami Sujit" userId="86589e15bd54cc0e" providerId="LiveId" clId="{E62D69CB-053E-49BD-9A29-892168B46F8E}" dt="2026-07-14T04:35:33.820" v="599" actId="1076"/>
          <ac:picMkLst>
            <pc:docMk/>
            <pc:sldMk cId="0" sldId="260"/>
            <ac:picMk id="5" creationId="{AA6E0695-753A-D55E-19D6-94ED1BDD9E52}"/>
          </ac:picMkLst>
        </pc:picChg>
        <pc:picChg chg="add mod">
          <ac:chgData name="Swami Sujit" userId="86589e15bd54cc0e" providerId="LiveId" clId="{E62D69CB-053E-49BD-9A29-892168B46F8E}" dt="2026-07-14T04:35:27.943" v="598" actId="1076"/>
          <ac:picMkLst>
            <pc:docMk/>
            <pc:sldMk cId="0" sldId="260"/>
            <ac:picMk id="7" creationId="{39F11B12-327D-2521-30E7-DA5428F50591}"/>
          </ac:picMkLst>
        </pc:picChg>
      </pc:sldChg>
      <pc:sldChg chg="addSp modSp mod">
        <pc:chgData name="Swami Sujit" userId="86589e15bd54cc0e" providerId="LiveId" clId="{E62D69CB-053E-49BD-9A29-892168B46F8E}" dt="2026-07-14T04:36:02.752" v="604" actId="1076"/>
        <pc:sldMkLst>
          <pc:docMk/>
          <pc:sldMk cId="0" sldId="261"/>
        </pc:sldMkLst>
        <pc:spChg chg="mod">
          <ac:chgData name="Swami Sujit" userId="86589e15bd54cc0e" providerId="LiveId" clId="{E62D69CB-053E-49BD-9A29-892168B46F8E}" dt="2026-07-14T04:35:50.226" v="601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5:44.336" v="600" actId="1076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Swami Sujit" userId="86589e15bd54cc0e" providerId="LiveId" clId="{E62D69CB-053E-49BD-9A29-892168B46F8E}" dt="2026-07-14T04:36:02.752" v="604" actId="1076"/>
          <ac:picMkLst>
            <pc:docMk/>
            <pc:sldMk cId="0" sldId="261"/>
            <ac:picMk id="5" creationId="{52C1F48D-C9A8-4285-52C6-BD2AEDD7CAF9}"/>
          </ac:picMkLst>
        </pc:picChg>
        <pc:picChg chg="add mod">
          <ac:chgData name="Swami Sujit" userId="86589e15bd54cc0e" providerId="LiveId" clId="{E62D69CB-053E-49BD-9A29-892168B46F8E}" dt="2026-07-14T04:35:57.360" v="603" actId="1076"/>
          <ac:picMkLst>
            <pc:docMk/>
            <pc:sldMk cId="0" sldId="261"/>
            <ac:picMk id="7" creationId="{516D73C4-1F35-DAC0-C296-1BAD590DE38B}"/>
          </ac:picMkLst>
        </pc:picChg>
      </pc:sldChg>
      <pc:sldChg chg="addSp modSp mod">
        <pc:chgData name="Swami Sujit" userId="86589e15bd54cc0e" providerId="LiveId" clId="{E62D69CB-053E-49BD-9A29-892168B46F8E}" dt="2026-07-14T04:36:26.095" v="609" actId="1076"/>
        <pc:sldMkLst>
          <pc:docMk/>
          <pc:sldMk cId="0" sldId="262"/>
        </pc:sldMkLst>
        <pc:spChg chg="mod">
          <ac:chgData name="Swami Sujit" userId="86589e15bd54cc0e" providerId="LiveId" clId="{E62D69CB-053E-49BD-9A29-892168B46F8E}" dt="2026-07-14T04:36:16.135" v="606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6:11.288" v="605" actId="1076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Swami Sujit" userId="86589e15bd54cc0e" providerId="LiveId" clId="{E62D69CB-053E-49BD-9A29-892168B46F8E}" dt="2026-07-14T04:36:26.095" v="609" actId="1076"/>
          <ac:picMkLst>
            <pc:docMk/>
            <pc:sldMk cId="0" sldId="262"/>
            <ac:picMk id="5" creationId="{5B263621-E52E-8D1B-2DEC-5C588F7881BA}"/>
          </ac:picMkLst>
        </pc:picChg>
        <pc:picChg chg="add mod">
          <ac:chgData name="Swami Sujit" userId="86589e15bd54cc0e" providerId="LiveId" clId="{E62D69CB-053E-49BD-9A29-892168B46F8E}" dt="2026-07-14T04:36:21.893" v="608" actId="1076"/>
          <ac:picMkLst>
            <pc:docMk/>
            <pc:sldMk cId="0" sldId="262"/>
            <ac:picMk id="7" creationId="{2FA3AA6C-97F9-209F-0BDE-735B8BBB3D99}"/>
          </ac:picMkLst>
        </pc:picChg>
      </pc:sldChg>
      <pc:sldChg chg="addSp modSp mod">
        <pc:chgData name="Swami Sujit" userId="86589e15bd54cc0e" providerId="LiveId" clId="{E62D69CB-053E-49BD-9A29-892168B46F8E}" dt="2026-07-14T04:36:50.918" v="613" actId="1076"/>
        <pc:sldMkLst>
          <pc:docMk/>
          <pc:sldMk cId="0" sldId="263"/>
        </pc:sldMkLst>
        <pc:spChg chg="mod">
          <ac:chgData name="Swami Sujit" userId="86589e15bd54cc0e" providerId="LiveId" clId="{E62D69CB-053E-49BD-9A29-892168B46F8E}" dt="2026-07-14T04:36:33.090" v="610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6:36.513" v="611" actId="1076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Swami Sujit" userId="86589e15bd54cc0e" providerId="LiveId" clId="{E62D69CB-053E-49BD-9A29-892168B46F8E}" dt="2026-07-14T04:36:50.918" v="613" actId="1076"/>
          <ac:picMkLst>
            <pc:docMk/>
            <pc:sldMk cId="0" sldId="263"/>
            <ac:picMk id="5" creationId="{E50CA108-8ED0-4755-4999-DD193C23911C}"/>
          </ac:picMkLst>
        </pc:picChg>
        <pc:picChg chg="add">
          <ac:chgData name="Swami Sujit" userId="86589e15bd54cc0e" providerId="LiveId" clId="{E62D69CB-053E-49BD-9A29-892168B46F8E}" dt="2026-07-14T04:36:39.846" v="612" actId="22"/>
          <ac:picMkLst>
            <pc:docMk/>
            <pc:sldMk cId="0" sldId="263"/>
            <ac:picMk id="7" creationId="{7D669EAD-ADBD-A01B-F90D-916A2CADCE3C}"/>
          </ac:picMkLst>
        </pc:picChg>
      </pc:sldChg>
      <pc:sldChg chg="addSp modSp mod">
        <pc:chgData name="Swami Sujit" userId="86589e15bd54cc0e" providerId="LiveId" clId="{E62D69CB-053E-49BD-9A29-892168B46F8E}" dt="2026-07-14T04:37:29.313" v="621" actId="1076"/>
        <pc:sldMkLst>
          <pc:docMk/>
          <pc:sldMk cId="0" sldId="264"/>
        </pc:sldMkLst>
        <pc:spChg chg="mod">
          <ac:chgData name="Swami Sujit" userId="86589e15bd54cc0e" providerId="LiveId" clId="{E62D69CB-053E-49BD-9A29-892168B46F8E}" dt="2026-07-14T04:37:02.805" v="616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6:57.125" v="614" actId="1076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Swami Sujit" userId="86589e15bd54cc0e" providerId="LiveId" clId="{E62D69CB-053E-49BD-9A29-892168B46F8E}" dt="2026-07-14T04:37:29.313" v="621" actId="1076"/>
          <ac:picMkLst>
            <pc:docMk/>
            <pc:sldMk cId="0" sldId="264"/>
            <ac:picMk id="5" creationId="{8B202661-4DE7-0524-40DA-96913384A050}"/>
          </ac:picMkLst>
        </pc:picChg>
        <pc:picChg chg="add mod">
          <ac:chgData name="Swami Sujit" userId="86589e15bd54cc0e" providerId="LiveId" clId="{E62D69CB-053E-49BD-9A29-892168B46F8E}" dt="2026-07-14T04:37:14.361" v="618" actId="1076"/>
          <ac:picMkLst>
            <pc:docMk/>
            <pc:sldMk cId="0" sldId="264"/>
            <ac:picMk id="7" creationId="{A9BA94EA-8AAC-4B59-B674-D1F4ECBAAD2D}"/>
          </ac:picMkLst>
        </pc:picChg>
      </pc:sldChg>
      <pc:sldChg chg="addSp modSp mod">
        <pc:chgData name="Swami Sujit" userId="86589e15bd54cc0e" providerId="LiveId" clId="{E62D69CB-053E-49BD-9A29-892168B46F8E}" dt="2026-07-14T04:37:49.534" v="625" actId="1076"/>
        <pc:sldMkLst>
          <pc:docMk/>
          <pc:sldMk cId="0" sldId="265"/>
        </pc:sldMkLst>
        <pc:spChg chg="mod">
          <ac:chgData name="Swami Sujit" userId="86589e15bd54cc0e" providerId="LiveId" clId="{E62D69CB-053E-49BD-9A29-892168B46F8E}" dt="2026-07-14T04:37:38.574" v="622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1:36.395" v="405"/>
          <ac:spMkLst>
            <pc:docMk/>
            <pc:sldMk cId="0" sldId="265"/>
            <ac:spMk id="3" creationId="{00000000-0000-0000-0000-000000000000}"/>
          </ac:spMkLst>
        </pc:spChg>
        <pc:picChg chg="add mod">
          <ac:chgData name="Swami Sujit" userId="86589e15bd54cc0e" providerId="LiveId" clId="{E62D69CB-053E-49BD-9A29-892168B46F8E}" dt="2026-07-14T04:37:49.534" v="625" actId="1076"/>
          <ac:picMkLst>
            <pc:docMk/>
            <pc:sldMk cId="0" sldId="265"/>
            <ac:picMk id="5" creationId="{EDD25F0A-2B73-D600-049B-70BEAADE547D}"/>
          </ac:picMkLst>
        </pc:picChg>
        <pc:picChg chg="add mod">
          <ac:chgData name="Swami Sujit" userId="86589e15bd54cc0e" providerId="LiveId" clId="{E62D69CB-053E-49BD-9A29-892168B46F8E}" dt="2026-07-14T04:37:44.954" v="624" actId="1076"/>
          <ac:picMkLst>
            <pc:docMk/>
            <pc:sldMk cId="0" sldId="265"/>
            <ac:picMk id="7" creationId="{ABF8C8EC-18F7-BEA8-8DCE-64E2F03A2B49}"/>
          </ac:picMkLst>
        </pc:picChg>
      </pc:sldChg>
      <pc:sldChg chg="addSp modSp mod">
        <pc:chgData name="Swami Sujit" userId="86589e15bd54cc0e" providerId="LiveId" clId="{E62D69CB-053E-49BD-9A29-892168B46F8E}" dt="2026-07-14T04:38:07.563" v="629" actId="1076"/>
        <pc:sldMkLst>
          <pc:docMk/>
          <pc:sldMk cId="0" sldId="266"/>
        </pc:sldMkLst>
        <pc:spChg chg="mod">
          <ac:chgData name="Swami Sujit" userId="86589e15bd54cc0e" providerId="LiveId" clId="{E62D69CB-053E-49BD-9A29-892168B46F8E}" dt="2026-07-14T04:37:56.535" v="626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Swami Sujit" userId="86589e15bd54cc0e" providerId="LiveId" clId="{E62D69CB-053E-49BD-9A29-892168B46F8E}" dt="2026-07-14T04:31:36.492" v="406" actId="27636"/>
          <ac:spMkLst>
            <pc:docMk/>
            <pc:sldMk cId="0" sldId="266"/>
            <ac:spMk id="3" creationId="{00000000-0000-0000-0000-000000000000}"/>
          </ac:spMkLst>
        </pc:spChg>
        <pc:picChg chg="add mod">
          <ac:chgData name="Swami Sujit" userId="86589e15bd54cc0e" providerId="LiveId" clId="{E62D69CB-053E-49BD-9A29-892168B46F8E}" dt="2026-07-14T04:38:07.563" v="629" actId="1076"/>
          <ac:picMkLst>
            <pc:docMk/>
            <pc:sldMk cId="0" sldId="266"/>
            <ac:picMk id="5" creationId="{EED5334C-ADF4-509E-60BC-D2A56EFE5AB2}"/>
          </ac:picMkLst>
        </pc:picChg>
        <pc:picChg chg="add mod">
          <ac:chgData name="Swami Sujit" userId="86589e15bd54cc0e" providerId="LiveId" clId="{E62D69CB-053E-49BD-9A29-892168B46F8E}" dt="2026-07-14T04:38:03.041" v="628" actId="14100"/>
          <ac:picMkLst>
            <pc:docMk/>
            <pc:sldMk cId="0" sldId="266"/>
            <ac:picMk id="7" creationId="{70B79E44-F533-205C-F007-F84F728E4E1B}"/>
          </ac:picMkLst>
        </pc:picChg>
      </pc:sldChg>
      <pc:sldChg chg="delSp modSp new mod">
        <pc:chgData name="Swami Sujit" userId="86589e15bd54cc0e" providerId="LiveId" clId="{E62D69CB-053E-49BD-9A29-892168B46F8E}" dt="2026-07-14T04:25:00.453" v="314" actId="1037"/>
        <pc:sldMkLst>
          <pc:docMk/>
          <pc:sldMk cId="2414374597" sldId="267"/>
        </pc:sldMkLst>
        <pc:spChg chg="mod">
          <ac:chgData name="Swami Sujit" userId="86589e15bd54cc0e" providerId="LiveId" clId="{E62D69CB-053E-49BD-9A29-892168B46F8E}" dt="2026-07-14T04:25:00.453" v="314" actId="1037"/>
          <ac:spMkLst>
            <pc:docMk/>
            <pc:sldMk cId="2414374597" sldId="267"/>
            <ac:spMk id="2" creationId="{CE396BE9-DB0A-DD3F-0DEB-79FC840F8236}"/>
          </ac:spMkLst>
        </pc:spChg>
        <pc:spChg chg="del">
          <ac:chgData name="Swami Sujit" userId="86589e15bd54cc0e" providerId="LiveId" clId="{E62D69CB-053E-49BD-9A29-892168B46F8E}" dt="2026-07-14T04:24:36.798" v="280" actId="478"/>
          <ac:spMkLst>
            <pc:docMk/>
            <pc:sldMk cId="2414374597" sldId="267"/>
            <ac:spMk id="3" creationId="{6D67C721-1B89-01E5-83A8-9365758B9B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66DF-9E97-9EB7-8AA7-43344D05A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705BC-C119-9DE3-1AB5-2F5ACB8AF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6887B-34EB-795D-2658-B1860CD70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35F71-E64E-9759-4F8B-56E7E1A4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2FE30-4DBE-8A9F-DBC9-12415596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0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3579F-61D7-3418-64B9-5A17CF815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4447B-FFA0-F974-8A6A-282F24D1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A9968-D604-B150-A599-F4F03A8A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2606B-41C5-21EC-6A5A-0F0B9647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DF1CD-C49B-E362-FF3A-9079A975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7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B033-A188-44A9-7B58-0F24A905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6192F-4A19-EF80-71E0-EEF8B3851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C79B1-1101-2239-7511-5F5C19D62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24EB9-EFBD-A350-8309-2AF031C7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9429C-2383-2B97-37C5-0C899185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5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6854-7190-4B58-B0B8-7986B68B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4696F-BEAF-E687-FFE7-1E9F52D44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8965C-2238-911B-9595-29DCB81AE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B7736-E1CF-B4C1-9EA1-6B2502B1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8AE2D-47B5-AFAB-6399-8510F3DA2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78ECB-9CE6-CCEC-89C5-75D7BB51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1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A9F7-87D4-79BB-2E3D-E463DC10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432D5-0B35-97F6-EE4E-CEF5D581A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161DC-7BB6-2B3A-E09B-15690DD03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01D403-BAD3-ECB2-225D-585132B72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08EF0-E811-5164-699C-F2C4C48C4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DA5229-6CF6-AD21-E11C-F573644F2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862B6-51D7-AC7A-223C-234F171C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0200D-70BB-C4B2-ECDF-D98346D3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5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2DE3-04D9-E48E-DA5F-16E02947D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DB974-BA7B-D492-CAA1-4BA3CB7F3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8132A-F200-8776-9C8C-641435C9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A3CBC-7459-87A6-07C2-84EEFF9B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7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5FCBC7-6619-1CC2-4403-791411AC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628FC-B4F4-BF38-45F6-FC73F494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37F44-B46E-BE7D-E1BD-4486BD5F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13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1162-B751-E456-6694-2C29AE0B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37A81-FC49-7384-A49A-E8291E964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97D5A-1EA8-B6C1-D1B5-E50F8ECEB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BEC94-FA59-78E9-F1EF-9B4FC6AEA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FBD26-CCC8-85FE-1C66-430224D3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D5483-015A-40B8-56CB-721EF929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2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A3037-D02D-6C90-937B-3C4F7B87C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C0EB7-13D0-075A-27AB-E87A6F7A9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03A06-326E-EC16-A234-E7E4802EB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00BBA-B475-F7A0-B826-4934BFD32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76E31-140D-F4FD-6A3A-F2C1C2E0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F860F-D3B6-C443-E210-6A7E6753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6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C51B5-B842-88CC-34DD-73B9AD8F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3EC9C-DBE2-AADD-9441-9F7C191A6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010FA-E992-EFAB-C8F1-C404ECE3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B7D11-D780-590D-915B-B224911C9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9B17D-F5A8-43FA-4EDA-3429E345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80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66EC7-6A7E-6686-581B-51980F7D2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C69F4-0D0F-0117-0980-5B1CBB922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961E2-B30F-13D3-825A-F9226730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42F9C-C6C0-3FFB-2BF9-8554BCF47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9B12D-9871-BD1C-B6E2-C96C319C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40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03CD1E-0280-F3F8-9D77-5875BFB03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8BF8D-0D8E-05BF-D4AB-60C268CF7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B0CD6-5346-D8F5-F17E-B838BF705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DB96C-50BB-EAF2-C4DB-97472306D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1C612-86AA-09C8-EA4D-5339DE0FE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7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585729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Technologies: Object, Block, and File Storage Compared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6922" y="2461496"/>
            <a:ext cx="7745361" cy="33886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 : swami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sujit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,(192525031)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name:Bhuvan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kumar.J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(192524040)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N.S.Avesh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hussain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(192525241)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code:CSA1507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cloud computing and big data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anlytics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9FD34A65-E081-37D1-1848-11334516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55510" cy="129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19085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eliminates the need for expensive physical storage devices.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storage technologies are designed for different workloads.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storage types helps improve application performance.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use cloud storage to increase scalability and reduce costs.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compares architecture, performance, scalability, cost, security, and real-world applications.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5C4F78-7DD6-4E19-1C68-B64586601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3226" cy="1179871"/>
          </a:xfrm>
          <a:prstGeom prst="rect">
            <a:avLst/>
          </a:prstGeom>
        </p:spPr>
      </p:pic>
      <p:pic>
        <p:nvPicPr>
          <p:cNvPr id="29" name="Picture 28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FDE18FCD-63C4-383C-7E03-34A6A91C2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486" y="0"/>
            <a:ext cx="1245728" cy="11539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682" y="1027907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remote cloud data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from anywhere using an internet connection.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providers maintain hardware and infrastructure.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resources can be increased or decreased on demand.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high availability, redundancy, backup, and disaster recovery.</a:t>
            </a:r>
          </a:p>
        </p:txBody>
      </p:sp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F7E83B80-0465-A874-9A31-F852E6B0C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486" y="8979"/>
            <a:ext cx="1245728" cy="1153907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1F5F4794-F5DF-198D-A8B3-C6FCA94A7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64"/>
            <a:ext cx="983226" cy="11798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79526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41704"/>
            <a:ext cx="7886700" cy="4351338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as independent objects with unique identifiers.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rich metadata for efficient search and management.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virtually unlimited scalability.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durable through data replication.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unstructured data, backups, archives, media, and cloud-native applications.</a:t>
            </a:r>
          </a:p>
        </p:txBody>
      </p:sp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B01ED907-7AE0-E0E6-694F-9CDD41AF5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72" y="0"/>
            <a:ext cx="1245728" cy="1153907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EA3343F5-D922-4078-A1EE-4E93C2E6C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655"/>
            <a:ext cx="983226" cy="11798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55062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160" y="2280625"/>
            <a:ext cx="7886700" cy="4351338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data into fixed-size blocks.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 performance and low latency.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databases and virtual machines.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high IOPS for enterprise workloads.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used in transactional systems.</a:t>
            </a:r>
          </a:p>
        </p:txBody>
      </p:sp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AA6E0695-753A-D55E-19D6-94ED1BDD9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486" y="0"/>
            <a:ext cx="1245728" cy="1153907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9F11B12-327D-2521-30E7-DA5428F50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7" y="25964"/>
            <a:ext cx="983226" cy="11798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837" y="1112378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837" y="2622037"/>
            <a:ext cx="78867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Organizes data in folders and files.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to manage and share.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Suitable for shared documents and network drives.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Examples: NFS, SMB, Amazon EFS.</a:t>
            </a:r>
          </a:p>
        </p:txBody>
      </p:sp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52C1F48D-C9A8-4285-52C6-BD2AEDD7C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72" y="25964"/>
            <a:ext cx="1245728" cy="1153907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16D73C4-1F35-DAC0-C296-1BAD590DE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83226" cy="11798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61539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5" y="2946503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| Object | Block | File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High | Medium | Medium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Medium | High | Medium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 Objects | Blocks | Files/Folders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Use: Media | Databases | Shared Files</a:t>
            </a:r>
          </a:p>
        </p:txBody>
      </p:sp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5B263621-E52E-8D1B-2DEC-5C588F788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72" y="25964"/>
            <a:ext cx="1245728" cy="1153907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2FA3AA6C-97F9-209F-0BDE-735B8BBB3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64"/>
            <a:ext cx="983226" cy="11798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308" y="1027907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72" y="2740025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Object: +Scalable, -Higher latency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Block: +Fast, -Complex management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 +Easy sharing, -Limited scalability</a:t>
            </a:r>
          </a:p>
        </p:txBody>
      </p:sp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E50CA108-8ED0-4755-4999-DD193C239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72" y="64398"/>
            <a:ext cx="1245728" cy="1153907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D669EAD-ADBD-A01B-F90D-916A2CADC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983226" cy="11798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8016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340" y="3044825"/>
            <a:ext cx="78867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Object: Backup, AI datasets, videos.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Block: Databases, ERP, VMs.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File: Collaboration, home directories, content management.</a:t>
            </a:r>
          </a:p>
        </p:txBody>
      </p:sp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8B202661-4DE7-0524-40DA-96913384A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486" y="88107"/>
            <a:ext cx="1245728" cy="1153907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9BA94EA-8AAC-4B59-B674-D1F4ECBAA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7" y="62143"/>
            <a:ext cx="983226" cy="11798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46907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is a fundamental technology for modern businesses and cloud computing.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ideal for storing large volumes of unstructured data such as images, videos, backups, and IoT data due to its excellent scalability and cost-effectiveness.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Storage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high performance and low latency, making it the best choice for databases, and mission-critical enterprise applications.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EDD25F0A-2B73-D600-049B-70BEAADE5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486" y="104083"/>
            <a:ext cx="1245728" cy="1153907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BF8C8EC-18F7-BEA8-8DCE-64E2F03A2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7" y="152400"/>
            <a:ext cx="983226" cy="11798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76403"/>
            <a:ext cx="7886700" cy="13255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(AWS). </a:t>
            </a:r>
          </a:p>
          <a:p>
            <a:pPr>
              <a:lnSpc>
                <a:spcPct val="150000"/>
              </a:lnSpc>
              <a:defRPr sz="2200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S3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Amazon Web Services (AWS). </a:t>
            </a:r>
          </a:p>
          <a:p>
            <a:pPr>
              <a:lnSpc>
                <a:spcPct val="150000"/>
              </a:lnSpc>
              <a:defRPr sz="2200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Elastic Block Store (EBS)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Azure.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Blob Storage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Azure.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Managed Disks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Cloud. </a:t>
            </a:r>
          </a:p>
          <a:p>
            <a:pPr>
              <a:lnSpc>
                <a:spcPct val="150000"/>
              </a:lnSpc>
              <a:defRPr sz="2200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Disk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EED5334C-ADF4-509E-60BC-D2A56EFE5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990" y="60052"/>
            <a:ext cx="981010" cy="908701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0B79E44-F533-205C-F007-F84F728E4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1"/>
            <a:ext cx="774290" cy="9291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6BE9-DB0A-DD3F-0DEB-79FC840F8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275" y="2921513"/>
            <a:ext cx="7886700" cy="1325563"/>
          </a:xfrm>
        </p:spPr>
        <p:txBody>
          <a:bodyPr/>
          <a:lstStyle/>
          <a:p>
            <a:r>
              <a:rPr lang="en-US" b="1" dirty="0"/>
              <a:t>THANK YOU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14374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516</Words>
  <Application>Microsoft Office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Cloud Storage Technologies: Object, Block, and File Storage Compared </vt:lpstr>
      <vt:lpstr>Abstract</vt:lpstr>
      <vt:lpstr>Introduction</vt:lpstr>
      <vt:lpstr>Object Storage</vt:lpstr>
      <vt:lpstr>Block Storage</vt:lpstr>
      <vt:lpstr>File Storage</vt:lpstr>
      <vt:lpstr>Comparison</vt:lpstr>
      <vt:lpstr>Advantages &amp; Limitations</vt:lpstr>
      <vt:lpstr>Applications</vt:lpstr>
      <vt:lpstr>Conclusion</vt:lpstr>
      <vt:lpstr>References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Swami Sujit</cp:lastModifiedBy>
  <cp:revision>1</cp:revision>
  <dcterms:created xsi:type="dcterms:W3CDTF">2013-01-27T09:14:16Z</dcterms:created>
  <dcterms:modified xsi:type="dcterms:W3CDTF">2026-07-14T04:38:18Z</dcterms:modified>
  <cp:category/>
</cp:coreProperties>
</file>