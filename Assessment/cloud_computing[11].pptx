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68" r:id="rId4"/>
    <p:sldId id="258" r:id="rId5"/>
    <p:sldId id="257" r:id="rId6"/>
    <p:sldId id="267" r:id="rId7"/>
    <p:sldId id="262" r:id="rId8"/>
    <p:sldId id="260" r:id="rId9"/>
    <p:sldId id="266" r:id="rId10"/>
  </p:sldIdLst>
  <p:sldSz cx="18288000" cy="10287000"/>
  <p:notesSz cx="6858000" cy="9144000"/>
  <p:embeddedFontLst>
    <p:embeddedFont>
      <p:font typeface="Calibri" panose="020F050202020403020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 showGuides="1">
      <p:cViewPr varScale="1">
        <p:scale>
          <a:sx n="52" d="100"/>
          <a:sy n="52" d="100"/>
        </p:scale>
        <p:origin x="874" y="43"/>
      </p:cViewPr>
      <p:guideLst>
        <p:guide orient="horz" pos="213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2145927" cy="2117122"/>
            <a:chOff x="0" y="0"/>
            <a:chExt cx="2861236" cy="28228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1183" cy="2822829"/>
            </a:xfrm>
            <a:custGeom>
              <a:avLst/>
              <a:gdLst/>
              <a:ahLst/>
              <a:cxnLst/>
              <a:rect l="l" t="t" r="r" b="b"/>
              <a:pathLst>
                <a:path w="2861183" h="2822829">
                  <a:moveTo>
                    <a:pt x="0" y="0"/>
                  </a:moveTo>
                  <a:lnTo>
                    <a:pt x="2861183" y="0"/>
                  </a:lnTo>
                  <a:lnTo>
                    <a:pt x="2861183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36645" y="0"/>
            <a:ext cx="1651355" cy="2117122"/>
            <a:chOff x="0" y="0"/>
            <a:chExt cx="2201807" cy="2822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1799" cy="2822829"/>
            </a:xfrm>
            <a:custGeom>
              <a:avLst/>
              <a:gdLst/>
              <a:ahLst/>
              <a:cxnLst/>
              <a:rect l="l" t="t" r="r" b="b"/>
              <a:pathLst>
                <a:path w="2201799" h="2822829">
                  <a:moveTo>
                    <a:pt x="0" y="0"/>
                  </a:moveTo>
                  <a:lnTo>
                    <a:pt x="2201799" y="0"/>
                  </a:lnTo>
                  <a:lnTo>
                    <a:pt x="2201799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63709" y="5725140"/>
            <a:ext cx="7455531" cy="341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2800" b="1" dirty="0">
                <a:solidFill>
                  <a:srgbClr val="2B2B2B"/>
                </a:solidFill>
                <a:latin typeface="Times New Roman" panose="02020603050405020304" pitchFamily="18" charset="0"/>
                <a:ea typeface="Roca Two Bold"/>
                <a:cs typeface="Times New Roman" panose="02020603050405020304" pitchFamily="18" charset="0"/>
                <a:sym typeface="Roca Two Bold"/>
              </a:rPr>
              <a:t>Presentation By:</a:t>
            </a:r>
            <a:endParaRPr lang="en-US" sz="2800" b="1" dirty="0">
              <a:solidFill>
                <a:srgbClr val="2B2B2B"/>
              </a:solidFill>
              <a:latin typeface="Times New Roman" panose="02020603050405020304" pitchFamily="18" charset="0"/>
              <a:ea typeface="Roca Two Bold"/>
              <a:cs typeface="Times New Roman" panose="02020603050405020304" pitchFamily="18" charset="0"/>
              <a:sym typeface="Roca Two Bold"/>
            </a:endParaRPr>
          </a:p>
          <a:p>
            <a:pPr algn="ctr">
              <a:lnSpc>
                <a:spcPts val="4480"/>
              </a:lnSpc>
            </a:pPr>
            <a:r>
              <a:rPr lang="en-US" sz="2800" dirty="0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B Maheshwar (192411195)</a:t>
            </a:r>
            <a:endParaRPr lang="en-US" sz="2800" dirty="0">
              <a:solidFill>
                <a:srgbClr val="2B2B2B"/>
              </a:solidFill>
              <a:latin typeface="Times New Roman" panose="02020603050405020304" pitchFamily="18" charset="0"/>
              <a:ea typeface="Agrandir"/>
              <a:cs typeface="Times New Roman" panose="02020603050405020304" pitchFamily="18" charset="0"/>
              <a:sym typeface="Agrandir"/>
            </a:endParaRPr>
          </a:p>
          <a:p>
            <a:pPr algn="ctr">
              <a:lnSpc>
                <a:spcPts val="4480"/>
              </a:lnSpc>
            </a:pPr>
            <a:r>
              <a:rPr lang="en-US" sz="2800" dirty="0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T </a:t>
            </a:r>
            <a:r>
              <a:rPr lang="en-US" sz="2800" dirty="0" err="1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Deekshith</a:t>
            </a:r>
            <a:r>
              <a:rPr lang="en-US" sz="2800" dirty="0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 (192472253)</a:t>
            </a:r>
            <a:endParaRPr lang="en-US" sz="2800" dirty="0">
              <a:solidFill>
                <a:srgbClr val="2B2B2B"/>
              </a:solidFill>
              <a:latin typeface="Times New Roman" panose="02020603050405020304" pitchFamily="18" charset="0"/>
              <a:ea typeface="Agrandir"/>
              <a:cs typeface="Times New Roman" panose="02020603050405020304" pitchFamily="18" charset="0"/>
              <a:sym typeface="Agrandir"/>
            </a:endParaRPr>
          </a:p>
          <a:p>
            <a:pPr algn="ctr">
              <a:lnSpc>
                <a:spcPts val="4480"/>
              </a:lnSpc>
            </a:pPr>
            <a:r>
              <a:rPr lang="en-US" sz="2800" dirty="0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Jaya </a:t>
            </a:r>
            <a:r>
              <a:rPr lang="en-US" sz="2800" dirty="0" err="1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simha</a:t>
            </a:r>
            <a:r>
              <a:rPr lang="en-US" sz="2800" dirty="0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(192425056)</a:t>
            </a:r>
            <a:endParaRPr lang="en-US" sz="2800" dirty="0">
              <a:solidFill>
                <a:srgbClr val="2B2B2B"/>
              </a:solidFill>
              <a:latin typeface="Times New Roman" panose="02020603050405020304" pitchFamily="18" charset="0"/>
              <a:ea typeface="Agrandir"/>
              <a:cs typeface="Times New Roman" panose="02020603050405020304" pitchFamily="18" charset="0"/>
              <a:sym typeface="Agrandir"/>
            </a:endParaRPr>
          </a:p>
          <a:p>
            <a:pPr algn="ctr">
              <a:lnSpc>
                <a:spcPts val="4480"/>
              </a:lnSpc>
            </a:pPr>
            <a:r>
              <a:rPr lang="en-US" sz="2800" dirty="0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Sameer Pasha(192425383)</a:t>
            </a:r>
            <a:endParaRPr lang="en-US" sz="2800" dirty="0">
              <a:solidFill>
                <a:srgbClr val="2B2B2B"/>
              </a:solidFill>
              <a:latin typeface="Times New Roman" panose="02020603050405020304" pitchFamily="18" charset="0"/>
              <a:ea typeface="Agrandir"/>
              <a:cs typeface="Times New Roman" panose="02020603050405020304" pitchFamily="18" charset="0"/>
              <a:sym typeface="Agrandir"/>
            </a:endParaRPr>
          </a:p>
          <a:p>
            <a:pPr algn="ctr">
              <a:lnSpc>
                <a:spcPts val="4480"/>
              </a:lnSpc>
            </a:pPr>
            <a:r>
              <a:rPr lang="en-US" sz="2800" dirty="0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Sai Teja(192424034)</a:t>
            </a:r>
            <a:endParaRPr lang="en-US" sz="2800" dirty="0">
              <a:solidFill>
                <a:srgbClr val="2B2B2B"/>
              </a:solidFill>
              <a:latin typeface="Times New Roman" panose="02020603050405020304" pitchFamily="18" charset="0"/>
              <a:ea typeface="Agrandir"/>
              <a:cs typeface="Times New Roman" panose="02020603050405020304" pitchFamily="18" charset="0"/>
              <a:sym typeface="Agrandi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0" y="4421258"/>
            <a:ext cx="18288000" cy="96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6900" b="1" dirty="0">
                <a:solidFill>
                  <a:srgbClr val="2B2B2B"/>
                </a:solidFill>
                <a:latin typeface="Times New Roman" panose="02020603050405020304" pitchFamily="18" charset="0"/>
                <a:ea typeface="Roca One Bold"/>
                <a:cs typeface="Times New Roman" panose="02020603050405020304" pitchFamily="18" charset="0"/>
                <a:sym typeface="Roca One Bold"/>
              </a:rPr>
              <a:t>Cloud-Based Online Expenses Tracker</a:t>
            </a:r>
            <a:endParaRPr lang="en-US" sz="6900" b="1" dirty="0">
              <a:solidFill>
                <a:srgbClr val="2B2B2B"/>
              </a:solidFill>
              <a:latin typeface="Times New Roman" panose="02020603050405020304" pitchFamily="18" charset="0"/>
              <a:ea typeface="Roca One Bold"/>
              <a:cs typeface="Times New Roman" panose="02020603050405020304" pitchFamily="18" charset="0"/>
              <a:sym typeface="Roca One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27824" y="335184"/>
            <a:ext cx="14032341" cy="209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52767D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SIMATS ENGINEERING</a:t>
            </a:r>
            <a:endParaRPr lang="en-US" sz="4000" b="1" dirty="0">
              <a:solidFill>
                <a:srgbClr val="52767D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52767D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Saveetha Institute of Medical and Technical Sciences</a:t>
            </a:r>
            <a:endParaRPr lang="en-US" sz="4000" b="1" dirty="0">
              <a:solidFill>
                <a:srgbClr val="52767D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52767D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 Chennai-602105</a:t>
            </a:r>
            <a:endParaRPr lang="en-US" sz="4000" b="1" dirty="0">
              <a:solidFill>
                <a:srgbClr val="52767D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-216693" y="2951175"/>
            <a:ext cx="18721369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3131"/>
                </a:solidFill>
                <a:latin typeface="Times New Roman" panose="02020603050405020304" pitchFamily="18" charset="0"/>
                <a:ea typeface="Roca One Bold"/>
                <a:cs typeface="Times New Roman" panose="02020603050405020304" pitchFamily="18" charset="0"/>
                <a:sym typeface="Roca One Bold"/>
              </a:rPr>
              <a:t>CSA1543-Cloud Computing and Bigdata Analytics using SAN</a:t>
            </a:r>
            <a:endParaRPr lang="en-US" sz="4000" b="1" dirty="0">
              <a:solidFill>
                <a:srgbClr val="FF3131"/>
              </a:solidFill>
              <a:latin typeface="Times New Roman" panose="02020603050405020304" pitchFamily="18" charset="0"/>
              <a:ea typeface="Roca One Bold"/>
              <a:cs typeface="Times New Roman" panose="02020603050405020304" pitchFamily="18" charset="0"/>
              <a:sym typeface="Roca One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25880" y="6080825"/>
            <a:ext cx="4297680" cy="1240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2800" b="1" dirty="0">
                <a:solidFill>
                  <a:srgbClr val="2B2B2B"/>
                </a:solidFill>
                <a:latin typeface="Times New Roman" panose="02020603050405020304" pitchFamily="18" charset="0"/>
                <a:ea typeface="Agrandir Bold"/>
                <a:cs typeface="Times New Roman" panose="02020603050405020304" pitchFamily="18" charset="0"/>
                <a:sym typeface="Agrandir Bold"/>
              </a:rPr>
              <a:t>Supervisor:</a:t>
            </a:r>
            <a:endParaRPr lang="en-US" sz="2800" b="1" dirty="0">
              <a:solidFill>
                <a:srgbClr val="2B2B2B"/>
              </a:solidFill>
              <a:latin typeface="Times New Roman" panose="02020603050405020304" pitchFamily="18" charset="0"/>
              <a:ea typeface="Agrandir Bold"/>
              <a:cs typeface="Times New Roman" panose="02020603050405020304" pitchFamily="18" charset="0"/>
              <a:sym typeface="Agrandir Bold"/>
            </a:endParaRPr>
          </a:p>
          <a:p>
            <a:pPr algn="ctr">
              <a:lnSpc>
                <a:spcPts val="4480"/>
              </a:lnSpc>
            </a:pPr>
            <a:r>
              <a:rPr lang="en-US" sz="2800" dirty="0">
                <a:solidFill>
                  <a:srgbClr val="2B2B2B"/>
                </a:solidFill>
                <a:latin typeface="Times New Roman" panose="02020603050405020304" pitchFamily="18" charset="0"/>
                <a:ea typeface="Agrandir"/>
                <a:cs typeface="Times New Roman" panose="02020603050405020304" pitchFamily="18" charset="0"/>
                <a:sym typeface="Agrandir"/>
              </a:rPr>
              <a:t>Dr. Chenni Kumaran J</a:t>
            </a:r>
            <a:endParaRPr lang="en-IN" sz="2800" dirty="0">
              <a:solidFill>
                <a:srgbClr val="2B2B2B"/>
              </a:solidFill>
              <a:latin typeface="Times New Roman" panose="02020603050405020304" pitchFamily="18" charset="0"/>
              <a:ea typeface="Agrandir"/>
              <a:cs typeface="Times New Roman" panose="02020603050405020304" pitchFamily="18" charset="0"/>
              <a:sym typeface="Agrand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298730" y="321188"/>
            <a:ext cx="12184569" cy="147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0"/>
              </a:lnSpc>
            </a:pPr>
            <a:r>
              <a:rPr lang="en-US" sz="8800" b="1" dirty="0">
                <a:solidFill>
                  <a:srgbClr val="2B2B2B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Abstract</a:t>
            </a:r>
            <a:endParaRPr lang="en-US" sz="8800" b="1" dirty="0">
              <a:solidFill>
                <a:srgbClr val="2B2B2B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2599" y="2466192"/>
            <a:ext cx="14782800" cy="535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develops an online expense tracker using cloud storage and processing.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input daily expenses, which are stored securely in the cloud.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summaries, charts, and reports for easy understanding of financial data.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integration ensures scalability, accessibility, and data security.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2145927" cy="2117122"/>
            <a:chOff x="0" y="0"/>
            <a:chExt cx="2861236" cy="28228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1183" cy="2822829"/>
            </a:xfrm>
            <a:custGeom>
              <a:avLst/>
              <a:gdLst/>
              <a:ahLst/>
              <a:cxnLst/>
              <a:rect l="l" t="t" r="r" b="b"/>
              <a:pathLst>
                <a:path w="2861183" h="2822829">
                  <a:moveTo>
                    <a:pt x="0" y="0"/>
                  </a:moveTo>
                  <a:lnTo>
                    <a:pt x="2861183" y="0"/>
                  </a:lnTo>
                  <a:lnTo>
                    <a:pt x="2861183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36645" y="0"/>
            <a:ext cx="1651355" cy="2117122"/>
            <a:chOff x="0" y="0"/>
            <a:chExt cx="2201807" cy="2822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1799" cy="2822829"/>
            </a:xfrm>
            <a:custGeom>
              <a:avLst/>
              <a:gdLst/>
              <a:ahLst/>
              <a:cxnLst/>
              <a:rect l="l" t="t" r="r" b="b"/>
              <a:pathLst>
                <a:path w="2201799" h="2822829">
                  <a:moveTo>
                    <a:pt x="0" y="0"/>
                  </a:moveTo>
                  <a:lnTo>
                    <a:pt x="2201799" y="0"/>
                  </a:lnTo>
                  <a:lnTo>
                    <a:pt x="2201799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5715000" y="208048"/>
            <a:ext cx="7503319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8800" b="1" dirty="0">
                <a:solidFill>
                  <a:srgbClr val="2B2B2B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Introduction</a:t>
            </a:r>
            <a:endParaRPr lang="en-US" sz="8800" b="1" dirty="0">
              <a:solidFill>
                <a:srgbClr val="2B2B2B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241375"/>
            <a:ext cx="16573500" cy="7108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Expense management is a common challenge faced by individuals and organizations.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(manual or offline tools) are inefficient and lack accessibility.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a scalable and reliable solution for storing and analyzing expenses.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leverages cloud services to store expenses and generate reports for financial insights.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2145927" cy="2117122"/>
            <a:chOff x="0" y="0"/>
            <a:chExt cx="2861236" cy="2822829"/>
          </a:xfrm>
        </p:grpSpPr>
        <p:sp>
          <p:nvSpPr>
            <p:cNvPr id="3" name="Freeform 9"/>
            <p:cNvSpPr/>
            <p:nvPr/>
          </p:nvSpPr>
          <p:spPr>
            <a:xfrm>
              <a:off x="0" y="0"/>
              <a:ext cx="2861183" cy="2822829"/>
            </a:xfrm>
            <a:custGeom>
              <a:avLst/>
              <a:gdLst/>
              <a:ahLst/>
              <a:cxnLst/>
              <a:rect l="l" t="t" r="r" b="b"/>
              <a:pathLst>
                <a:path w="2861183" h="2822829">
                  <a:moveTo>
                    <a:pt x="0" y="0"/>
                  </a:moveTo>
                  <a:lnTo>
                    <a:pt x="2861183" y="0"/>
                  </a:lnTo>
                  <a:lnTo>
                    <a:pt x="2861183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36645" y="0"/>
            <a:ext cx="1651355" cy="2117122"/>
            <a:chOff x="0" y="0"/>
            <a:chExt cx="2201807" cy="2822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1799" cy="2822829"/>
            </a:xfrm>
            <a:custGeom>
              <a:avLst/>
              <a:gdLst/>
              <a:ahLst/>
              <a:cxnLst/>
              <a:rect l="l" t="t" r="r" b="b"/>
              <a:pathLst>
                <a:path w="2201799" h="2822829">
                  <a:moveTo>
                    <a:pt x="0" y="0"/>
                  </a:moveTo>
                  <a:lnTo>
                    <a:pt x="2201799" y="0"/>
                  </a:lnTo>
                  <a:lnTo>
                    <a:pt x="2201799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051715" y="321188"/>
            <a:ext cx="12184569" cy="147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0"/>
              </a:lnSpc>
            </a:pPr>
            <a:r>
              <a:rPr lang="en-US" sz="8800" b="1" dirty="0">
                <a:solidFill>
                  <a:srgbClr val="2B2B2B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Objective</a:t>
            </a:r>
            <a:endParaRPr lang="en-US" sz="8800" b="1" dirty="0">
              <a:solidFill>
                <a:srgbClr val="2B2B2B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2599" y="2673837"/>
            <a:ext cx="14782800" cy="535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cloud-based application that enables users to record and manage their daily expenses efficiently while storing transaction data securely in the cloud.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analytics and reports that help users understand their spending patterns through visual summaries and notifications, improving financial tracking and decision-making.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2145927" cy="2117122"/>
            <a:chOff x="0" y="0"/>
            <a:chExt cx="2861236" cy="28228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1183" cy="2822829"/>
            </a:xfrm>
            <a:custGeom>
              <a:avLst/>
              <a:gdLst/>
              <a:ahLst/>
              <a:cxnLst/>
              <a:rect l="l" t="t" r="r" b="b"/>
              <a:pathLst>
                <a:path w="2861183" h="2822829">
                  <a:moveTo>
                    <a:pt x="0" y="0"/>
                  </a:moveTo>
                  <a:lnTo>
                    <a:pt x="2861183" y="0"/>
                  </a:lnTo>
                  <a:lnTo>
                    <a:pt x="2861183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36645" y="0"/>
            <a:ext cx="1651355" cy="2117122"/>
            <a:chOff x="0" y="0"/>
            <a:chExt cx="2201807" cy="2822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1799" cy="2822829"/>
            </a:xfrm>
            <a:custGeom>
              <a:avLst/>
              <a:gdLst/>
              <a:ahLst/>
              <a:cxnLst/>
              <a:rect l="l" t="t" r="r" b="b"/>
              <a:pathLst>
                <a:path w="2201799" h="2822829">
                  <a:moveTo>
                    <a:pt x="0" y="0"/>
                  </a:moveTo>
                  <a:lnTo>
                    <a:pt x="2201799" y="0"/>
                  </a:lnTo>
                  <a:lnTo>
                    <a:pt x="2201799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132360" y="319918"/>
            <a:ext cx="12184569" cy="147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0"/>
              </a:lnSpc>
            </a:pPr>
            <a:r>
              <a:rPr lang="en-US" sz="8800" b="1" dirty="0">
                <a:solidFill>
                  <a:srgbClr val="2B2B2B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Problem statement</a:t>
            </a:r>
            <a:endParaRPr lang="en-US" sz="8800" b="1" dirty="0">
              <a:solidFill>
                <a:srgbClr val="2B2B2B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5604" y="2294107"/>
            <a:ext cx="14782800" cy="7108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 find it difficult to track and manage their daily expenses effectively.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manual records or basic apps do not provide secure cloud storage.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analysis tools makes it hard to understand spending patterns.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scalable cloud-based system that provides secure access, tracking, and financial insights.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2145927" cy="2117122"/>
            <a:chOff x="0" y="0"/>
            <a:chExt cx="2861236" cy="28228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1183" cy="2822829"/>
            </a:xfrm>
            <a:custGeom>
              <a:avLst/>
              <a:gdLst/>
              <a:ahLst/>
              <a:cxnLst/>
              <a:rect l="l" t="t" r="r" b="b"/>
              <a:pathLst>
                <a:path w="2861183" h="2822829">
                  <a:moveTo>
                    <a:pt x="0" y="0"/>
                  </a:moveTo>
                  <a:lnTo>
                    <a:pt x="2861183" y="0"/>
                  </a:lnTo>
                  <a:lnTo>
                    <a:pt x="2861183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36645" y="0"/>
            <a:ext cx="1651355" cy="2117122"/>
            <a:chOff x="0" y="0"/>
            <a:chExt cx="2201807" cy="2822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1799" cy="2822829"/>
            </a:xfrm>
            <a:custGeom>
              <a:avLst/>
              <a:gdLst/>
              <a:ahLst/>
              <a:cxnLst/>
              <a:rect l="l" t="t" r="r" b="b"/>
              <a:pathLst>
                <a:path w="2201799" h="2822829">
                  <a:moveTo>
                    <a:pt x="0" y="0"/>
                  </a:moveTo>
                  <a:lnTo>
                    <a:pt x="2201799" y="0"/>
                  </a:lnTo>
                  <a:lnTo>
                    <a:pt x="2201799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267200" y="508657"/>
            <a:ext cx="9753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  <a:endParaRPr lang="en-IN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71140" y="2597785"/>
            <a:ext cx="13540105" cy="5730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Cloud Identity Management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Expense Entry &amp; Transaction Management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Cloud Database &amp; Storage Management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Dashboard &amp; Report Generation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Cloud Deployment, Notifications &amp; Scalability Management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2145927" cy="2117122"/>
            <a:chOff x="0" y="0"/>
            <a:chExt cx="2861236" cy="28228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1183" cy="2822829"/>
            </a:xfrm>
            <a:custGeom>
              <a:avLst/>
              <a:gdLst/>
              <a:ahLst/>
              <a:cxnLst/>
              <a:rect l="l" t="t" r="r" b="b"/>
              <a:pathLst>
                <a:path w="2861183" h="2822829">
                  <a:moveTo>
                    <a:pt x="0" y="0"/>
                  </a:moveTo>
                  <a:lnTo>
                    <a:pt x="2861183" y="0"/>
                  </a:lnTo>
                  <a:lnTo>
                    <a:pt x="2861183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36645" y="0"/>
            <a:ext cx="1651355" cy="2117122"/>
            <a:chOff x="0" y="0"/>
            <a:chExt cx="2201807" cy="2822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1799" cy="2822829"/>
            </a:xfrm>
            <a:custGeom>
              <a:avLst/>
              <a:gdLst/>
              <a:ahLst/>
              <a:cxnLst/>
              <a:rect l="l" t="t" r="r" b="b"/>
              <a:pathLst>
                <a:path w="2201799" h="2822829">
                  <a:moveTo>
                    <a:pt x="0" y="0"/>
                  </a:moveTo>
                  <a:lnTo>
                    <a:pt x="2201799" y="0"/>
                  </a:lnTo>
                  <a:lnTo>
                    <a:pt x="2201799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434953" y="250691"/>
            <a:ext cx="11418093" cy="1615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8800" b="1" dirty="0">
                <a:solidFill>
                  <a:srgbClr val="2B2B2B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Architecture </a:t>
            </a:r>
            <a:r>
              <a:rPr lang="en-US" sz="8800" b="1" dirty="0">
                <a:solidFill>
                  <a:srgbClr val="2B2B2B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Diagram</a:t>
            </a:r>
            <a:endParaRPr lang="en-US" sz="8800" b="1" dirty="0">
              <a:solidFill>
                <a:srgbClr val="2B2B2B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0" y="0"/>
            <a:ext cx="2145927" cy="2117122"/>
            <a:chOff x="0" y="0"/>
            <a:chExt cx="2861236" cy="28228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1183" cy="2822829"/>
            </a:xfrm>
            <a:custGeom>
              <a:avLst/>
              <a:gdLst/>
              <a:ahLst/>
              <a:cxnLst/>
              <a:rect l="l" t="t" r="r" b="b"/>
              <a:pathLst>
                <a:path w="2861183" h="2822829">
                  <a:moveTo>
                    <a:pt x="0" y="0"/>
                  </a:moveTo>
                  <a:lnTo>
                    <a:pt x="2861183" y="0"/>
                  </a:lnTo>
                  <a:lnTo>
                    <a:pt x="2861183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36645" y="0"/>
            <a:ext cx="1651355" cy="2117122"/>
            <a:chOff x="0" y="0"/>
            <a:chExt cx="2201807" cy="2822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1799" cy="2822829"/>
            </a:xfrm>
            <a:custGeom>
              <a:avLst/>
              <a:gdLst/>
              <a:ahLst/>
              <a:cxnLst/>
              <a:rect l="l" t="t" r="r" b="b"/>
              <a:pathLst>
                <a:path w="2201799" h="2822829">
                  <a:moveTo>
                    <a:pt x="0" y="0"/>
                  </a:moveTo>
                  <a:lnTo>
                    <a:pt x="2201799" y="0"/>
                  </a:lnTo>
                  <a:lnTo>
                    <a:pt x="2201799" y="2822829"/>
                  </a:lnTo>
                  <a:lnTo>
                    <a:pt x="0" y="2822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" name="Picture 2"/>
          <p:cNvPicPr/>
          <p:nvPr/>
        </p:nvPicPr>
        <p:blipFill>
          <a:blip r:embed="rId3"/>
          <a:srcRect b="12210"/>
          <a:stretch>
            <a:fillRect/>
          </a:stretch>
        </p:blipFill>
        <p:spPr>
          <a:xfrm>
            <a:off x="1402715" y="2498725"/>
            <a:ext cx="15042515" cy="6906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911263" y="3990578"/>
            <a:ext cx="8465475" cy="153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 b="1">
                <a:solidFill>
                  <a:srgbClr val="2B2B2B"/>
                </a:solidFill>
                <a:latin typeface="Roca One" panose="00000500000000000000" charset="0"/>
                <a:ea typeface="Canva Sans Bold"/>
                <a:cs typeface="Canva Sans Bold"/>
                <a:sym typeface="Canva Sans Bold"/>
              </a:rPr>
              <a:t>Thank you</a:t>
            </a:r>
            <a:endParaRPr lang="en-US" sz="9600" b="1">
              <a:solidFill>
                <a:srgbClr val="2B2B2B"/>
              </a:solidFill>
              <a:latin typeface="Roca One" panose="00000500000000000000" charset="0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2065</Words>
  <Application>WPS Presentation</Application>
  <PresentationFormat>Custom</PresentationFormat>
  <Paragraphs>56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Roca Two Bold</vt:lpstr>
      <vt:lpstr>Segoe Print</vt:lpstr>
      <vt:lpstr>Agrandir</vt:lpstr>
      <vt:lpstr>Roca One Bold</vt:lpstr>
      <vt:lpstr>Canva Sans Bold</vt:lpstr>
      <vt:lpstr>Agrandir Bold</vt:lpstr>
      <vt:lpstr>Roca One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Objectives</dc:title>
  <dc:creator>Siuuu</dc:creator>
  <cp:lastModifiedBy>B Maheshwar</cp:lastModifiedBy>
  <cp:revision>6</cp:revision>
  <dcterms:created xsi:type="dcterms:W3CDTF">2006-08-16T00:00:00Z</dcterms:created>
  <dcterms:modified xsi:type="dcterms:W3CDTF">2026-03-12T08:20:27Z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FF9D9E9B4B1B4DF0A6C02C519EE9A95F_12</vt:lpwstr>
  </property>
  <property fmtid="{D5CDD505-2E9C-101B-9397-08002B2CF9AE}" pid="3" name="KSOProductBuildVer">
    <vt:lpwstr>1033-12.2.0.23196</vt:lpwstr>
  </property>
</Properties>
</file>